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938A8C-CE01-45F8-B050-51C238761BFE}" v="91" dt="2026-09-04T23:45:17.43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624" y="72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jun Srivastava" userId="40b11841702548c0" providerId="LiveId" clId="{7EE2D42E-32D0-4E86-9465-44C44DD6D6D2}"/>
    <pc:docChg chg="undo custSel modSld sldOrd">
      <pc:chgData name="Arjun Srivastava" userId="40b11841702548c0" providerId="LiveId" clId="{7EE2D42E-32D0-4E86-9465-44C44DD6D6D2}" dt="2026-09-04T23:45:32.113" v="511"/>
      <pc:docMkLst>
        <pc:docMk/>
      </pc:docMkLst>
      <pc:sldChg chg="addSp delSp modSp mod delAnim">
        <pc:chgData name="Arjun Srivastava" userId="40b11841702548c0" providerId="LiveId" clId="{7EE2D42E-32D0-4E86-9465-44C44DD6D6D2}" dt="2026-09-04T23:02:27.830" v="204" actId="14100"/>
        <pc:sldMkLst>
          <pc:docMk/>
          <pc:sldMk cId="1341901065" sldId="302"/>
        </pc:sldMkLst>
        <pc:spChg chg="del">
          <ac:chgData name="Arjun Srivastava" userId="40b11841702548c0" providerId="LiveId" clId="{7EE2D42E-32D0-4E86-9465-44C44DD6D6D2}" dt="2026-09-04T22:52:39.017" v="177" actId="478"/>
          <ac:spMkLst>
            <pc:docMk/>
            <pc:sldMk cId="1341901065" sldId="302"/>
            <ac:spMk id="7" creationId="{B21C28F5-3CA3-4B78-B5C9-550C00BB3174}"/>
          </ac:spMkLst>
        </pc:spChg>
        <pc:spChg chg="mod">
          <ac:chgData name="Arjun Srivastava" userId="40b11841702548c0" providerId="LiveId" clId="{7EE2D42E-32D0-4E86-9465-44C44DD6D6D2}" dt="2026-09-04T23:02:07.158" v="201" actId="1076"/>
          <ac:spMkLst>
            <pc:docMk/>
            <pc:sldMk cId="1341901065" sldId="302"/>
            <ac:spMk id="9" creationId="{FEF304F5-32C5-4869-B185-859B567855A8}"/>
          </ac:spMkLst>
        </pc:spChg>
        <pc:picChg chg="add del">
          <ac:chgData name="Arjun Srivastava" userId="40b11841702548c0" providerId="LiveId" clId="{7EE2D42E-32D0-4E86-9465-44C44DD6D6D2}" dt="2026-09-04T22:58:32.349" v="193" actId="478"/>
          <ac:picMkLst>
            <pc:docMk/>
            <pc:sldMk cId="1341901065" sldId="302"/>
            <ac:picMk id="4" creationId="{7EF5C03B-2E30-496A-B1DC-34A5DEA7FA9D}"/>
          </ac:picMkLst>
        </pc:picChg>
        <pc:picChg chg="add mod modCrop">
          <ac:chgData name="Arjun Srivastava" userId="40b11841702548c0" providerId="LiveId" clId="{7EE2D42E-32D0-4E86-9465-44C44DD6D6D2}" dt="2026-09-04T23:02:27.830" v="204" actId="14100"/>
          <ac:picMkLst>
            <pc:docMk/>
            <pc:sldMk cId="1341901065" sldId="302"/>
            <ac:picMk id="8" creationId="{18DC32CD-ED23-E5B2-959A-5B68599FD0DC}"/>
          </ac:picMkLst>
        </pc:picChg>
      </pc:sldChg>
      <pc:sldChg chg="addSp delSp modSp mod">
        <pc:chgData name="Arjun Srivastava" userId="40b11841702548c0" providerId="LiveId" clId="{7EE2D42E-32D0-4E86-9465-44C44DD6D6D2}" dt="2026-09-04T23:44:11.163" v="503" actId="20577"/>
        <pc:sldMkLst>
          <pc:docMk/>
          <pc:sldMk cId="3401748718" sldId="304"/>
        </pc:sldMkLst>
        <pc:spChg chg="mod">
          <ac:chgData name="Arjun Srivastava" userId="40b11841702548c0" providerId="LiveId" clId="{7EE2D42E-32D0-4E86-9465-44C44DD6D6D2}" dt="2026-09-04T23:43:53.692" v="497" actId="1076"/>
          <ac:spMkLst>
            <pc:docMk/>
            <pc:sldMk cId="3401748718" sldId="304"/>
            <ac:spMk id="3" creationId="{D88C20CF-C1EE-4092-B52D-FD4AB2AB2508}"/>
          </ac:spMkLst>
        </pc:spChg>
        <pc:spChg chg="add del">
          <ac:chgData name="Arjun Srivastava" userId="40b11841702548c0" providerId="LiveId" clId="{7EE2D42E-32D0-4E86-9465-44C44DD6D6D2}" dt="2026-09-04T23:41:28.415" v="475" actId="478"/>
          <ac:spMkLst>
            <pc:docMk/>
            <pc:sldMk cId="3401748718" sldId="304"/>
            <ac:spMk id="4" creationId="{F5D3C14A-ABA6-3B3B-CD2E-0A864208030B}"/>
          </ac:spMkLst>
        </pc:spChg>
        <pc:spChg chg="add del">
          <ac:chgData name="Arjun Srivastava" userId="40b11841702548c0" providerId="LiveId" clId="{7EE2D42E-32D0-4E86-9465-44C44DD6D6D2}" dt="2026-09-04T23:41:54.960" v="477" actId="478"/>
          <ac:spMkLst>
            <pc:docMk/>
            <pc:sldMk cId="3401748718" sldId="304"/>
            <ac:spMk id="6" creationId="{B7A98A68-2400-16B2-2F33-1222C55AE95E}"/>
          </ac:spMkLst>
        </pc:spChg>
        <pc:spChg chg="add mod">
          <ac:chgData name="Arjun Srivastava" userId="40b11841702548c0" providerId="LiveId" clId="{7EE2D42E-32D0-4E86-9465-44C44DD6D6D2}" dt="2026-09-04T23:44:11.163" v="503" actId="20577"/>
          <ac:spMkLst>
            <pc:docMk/>
            <pc:sldMk cId="3401748718" sldId="304"/>
            <ac:spMk id="8" creationId="{629F9C92-989F-370C-AA3C-FAC2F69CC156}"/>
          </ac:spMkLst>
        </pc:spChg>
        <pc:spChg chg="del">
          <ac:chgData name="Arjun Srivastava" userId="40b11841702548c0" providerId="LiveId" clId="{7EE2D42E-32D0-4E86-9465-44C44DD6D6D2}" dt="2026-09-04T23:40:26.204" v="473" actId="478"/>
          <ac:spMkLst>
            <pc:docMk/>
            <pc:sldMk cId="3401748718" sldId="304"/>
            <ac:spMk id="12" creationId="{BC277FD7-925B-4C3D-A364-118403201507}"/>
          </ac:spMkLst>
        </pc:spChg>
      </pc:sldChg>
      <pc:sldChg chg="addSp modSp mod ord">
        <pc:chgData name="Arjun Srivastava" userId="40b11841702548c0" providerId="LiveId" clId="{7EE2D42E-32D0-4E86-9465-44C44DD6D6D2}" dt="2026-09-04T23:45:32.113" v="511"/>
        <pc:sldMkLst>
          <pc:docMk/>
          <pc:sldMk cId="3696770303" sldId="315"/>
        </pc:sldMkLst>
        <pc:spChg chg="add mod">
          <ac:chgData name="Arjun Srivastava" userId="40b11841702548c0" providerId="LiveId" clId="{7EE2D42E-32D0-4E86-9465-44C44DD6D6D2}" dt="2026-09-04T23:02:54.886" v="206" actId="113"/>
          <ac:spMkLst>
            <pc:docMk/>
            <pc:sldMk cId="3696770303" sldId="315"/>
            <ac:spMk id="2" creationId="{EB5F196B-687E-F1EE-1BDC-AD9724A02232}"/>
          </ac:spMkLst>
        </pc:spChg>
        <pc:spChg chg="mod">
          <ac:chgData name="Arjun Srivastava" userId="40b11841702548c0" providerId="LiveId" clId="{7EE2D42E-32D0-4E86-9465-44C44DD6D6D2}" dt="2026-09-04T22:50:34.492" v="168" actId="1076"/>
          <ac:spMkLst>
            <pc:docMk/>
            <pc:sldMk cId="3696770303" sldId="315"/>
            <ac:spMk id="3" creationId="{EBF2FBC7-3552-4F01-BB27-8BEEE74F7277}"/>
          </ac:spMkLst>
        </pc:spChg>
      </pc:sldChg>
      <pc:sldChg chg="modSp mod modAnim">
        <pc:chgData name="Arjun Srivastava" userId="40b11841702548c0" providerId="LiveId" clId="{7EE2D42E-32D0-4E86-9465-44C44DD6D6D2}" dt="2026-09-04T22:38:38.571" v="154" actId="122"/>
        <pc:sldMkLst>
          <pc:docMk/>
          <pc:sldMk cId="3098548442" sldId="327"/>
        </pc:sldMkLst>
        <pc:spChg chg="mod">
          <ac:chgData name="Arjun Srivastava" userId="40b11841702548c0" providerId="LiveId" clId="{7EE2D42E-32D0-4E86-9465-44C44DD6D6D2}" dt="2026-09-04T22:38:30.223" v="153" actId="1076"/>
          <ac:spMkLst>
            <pc:docMk/>
            <pc:sldMk cId="3098548442" sldId="327"/>
            <ac:spMk id="2" creationId="{E46E4DD1-270B-4C80-AFF0-EB26F132AF36}"/>
          </ac:spMkLst>
        </pc:spChg>
        <pc:spChg chg="mod">
          <ac:chgData name="Arjun Srivastava" userId="40b11841702548c0" providerId="LiveId" clId="{7EE2D42E-32D0-4E86-9465-44C44DD6D6D2}" dt="2026-09-04T22:38:38.571" v="154" actId="122"/>
          <ac:spMkLst>
            <pc:docMk/>
            <pc:sldMk cId="3098548442" sldId="327"/>
            <ac:spMk id="4" creationId="{777CC02B-F7C6-47A8-8C3E-C57C417D9EA3}"/>
          </ac:spMkLst>
        </pc:spChg>
      </pc:sldChg>
      <pc:sldChg chg="addSp delSp modSp mod delAnim">
        <pc:chgData name="Arjun Srivastava" userId="40b11841702548c0" providerId="LiveId" clId="{7EE2D42E-32D0-4E86-9465-44C44DD6D6D2}" dt="2026-09-04T22:56:49.464" v="191" actId="208"/>
        <pc:sldMkLst>
          <pc:docMk/>
          <pc:sldMk cId="48075006" sldId="329"/>
        </pc:sldMkLst>
        <pc:spChg chg="del">
          <ac:chgData name="Arjun Srivastava" userId="40b11841702548c0" providerId="LiveId" clId="{7EE2D42E-32D0-4E86-9465-44C44DD6D6D2}" dt="2026-09-04T22:48:16.130" v="155" actId="478"/>
          <ac:spMkLst>
            <pc:docMk/>
            <pc:sldMk cId="48075006" sldId="329"/>
            <ac:spMk id="2" creationId="{664E3B60-2780-459A-8583-F095D5E7463A}"/>
          </ac:spMkLst>
        </pc:spChg>
        <pc:spChg chg="mod">
          <ac:chgData name="Arjun Srivastava" userId="40b11841702548c0" providerId="LiveId" clId="{7EE2D42E-32D0-4E86-9465-44C44DD6D6D2}" dt="2026-09-04T22:55:56.712" v="188" actId="1076"/>
          <ac:spMkLst>
            <pc:docMk/>
            <pc:sldMk cId="48075006" sldId="329"/>
            <ac:spMk id="4" creationId="{1A4A072B-83C6-4607-AE6A-5AD61CC72C44}"/>
          </ac:spMkLst>
        </pc:spChg>
        <pc:picChg chg="add del mod">
          <ac:chgData name="Arjun Srivastava" userId="40b11841702548c0" providerId="LiveId" clId="{7EE2D42E-32D0-4E86-9465-44C44DD6D6D2}" dt="2026-09-04T22:53:24.683" v="178" actId="478"/>
          <ac:picMkLst>
            <pc:docMk/>
            <pc:sldMk cId="48075006" sldId="329"/>
            <ac:picMk id="5" creationId="{1A0209CC-312E-EB5F-7325-5199CB4FEA11}"/>
          </ac:picMkLst>
        </pc:picChg>
        <pc:picChg chg="add mod modCrop">
          <ac:chgData name="Arjun Srivastava" userId="40b11841702548c0" providerId="LiveId" clId="{7EE2D42E-32D0-4E86-9465-44C44DD6D6D2}" dt="2026-09-04T22:54:34.927" v="184" actId="732"/>
          <ac:picMkLst>
            <pc:docMk/>
            <pc:sldMk cId="48075006" sldId="329"/>
            <ac:picMk id="8" creationId="{E57A78EF-006A-5B57-9D38-63132B90A5DC}"/>
          </ac:picMkLst>
        </pc:picChg>
        <pc:cxnChg chg="add del mod">
          <ac:chgData name="Arjun Srivastava" userId="40b11841702548c0" providerId="LiveId" clId="{7EE2D42E-32D0-4E86-9465-44C44DD6D6D2}" dt="2026-09-04T22:55:41.310" v="187" actId="478"/>
          <ac:cxnSpMkLst>
            <pc:docMk/>
            <pc:sldMk cId="48075006" sldId="329"/>
            <ac:cxnSpMk id="10" creationId="{E145E946-0B68-F592-58EA-A7C47BF1CDFE}"/>
          </ac:cxnSpMkLst>
        </pc:cxnChg>
        <pc:cxnChg chg="add mod">
          <ac:chgData name="Arjun Srivastava" userId="40b11841702548c0" providerId="LiveId" clId="{7EE2D42E-32D0-4E86-9465-44C44DD6D6D2}" dt="2026-09-04T22:56:49.464" v="191" actId="208"/>
          <ac:cxnSpMkLst>
            <pc:docMk/>
            <pc:sldMk cId="48075006" sldId="329"/>
            <ac:cxnSpMk id="12" creationId="{D9465707-7D36-8CF4-A1C0-61369481B372}"/>
          </ac:cxnSpMkLst>
        </pc:cxnChg>
      </pc:sldChg>
      <pc:sldChg chg="addSp modSp mod modAnim">
        <pc:chgData name="Arjun Srivastava" userId="40b11841702548c0" providerId="LiveId" clId="{7EE2D42E-32D0-4E86-9465-44C44DD6D6D2}" dt="2026-09-04T23:45:28.544" v="509" actId="2711"/>
        <pc:sldMkLst>
          <pc:docMk/>
          <pc:sldMk cId="1604013440" sldId="338"/>
        </pc:sldMkLst>
        <pc:spChg chg="mod">
          <ac:chgData name="Arjun Srivastava" userId="40b11841702548c0" providerId="LiveId" clId="{7EE2D42E-32D0-4E86-9465-44C44DD6D6D2}" dt="2026-09-04T23:45:17.431" v="506" actId="113"/>
          <ac:spMkLst>
            <pc:docMk/>
            <pc:sldMk cId="1604013440" sldId="338"/>
            <ac:spMk id="2" creationId="{7201737A-B873-4D1D-8A41-5ABF5184BC8F}"/>
          </ac:spMkLst>
        </pc:spChg>
        <pc:spChg chg="mod">
          <ac:chgData name="Arjun Srivastava" userId="40b11841702548c0" providerId="LiveId" clId="{7EE2D42E-32D0-4E86-9465-44C44DD6D6D2}" dt="2026-09-04T23:45:28.544" v="509" actId="2711"/>
          <ac:spMkLst>
            <pc:docMk/>
            <pc:sldMk cId="1604013440" sldId="338"/>
            <ac:spMk id="3" creationId="{17F04107-8754-E47D-3375-529E689711FA}"/>
          </ac:spMkLst>
        </pc:spChg>
        <pc:spChg chg="mod">
          <ac:chgData name="Arjun Srivastava" userId="40b11841702548c0" providerId="LiveId" clId="{7EE2D42E-32D0-4E86-9465-44C44DD6D6D2}" dt="2026-09-04T22:33:45.144" v="10" actId="122"/>
          <ac:spMkLst>
            <pc:docMk/>
            <pc:sldMk cId="1604013440" sldId="338"/>
            <ac:spMk id="4" creationId="{92056599-CDAA-4367-BEF8-31D6E32518C8}"/>
          </ac:spMkLst>
        </pc:spChg>
        <pc:spChg chg="add mod">
          <ac:chgData name="Arjun Srivastava" userId="40b11841702548c0" providerId="LiveId" clId="{7EE2D42E-32D0-4E86-9465-44C44DD6D6D2}" dt="2026-09-04T23:45:21.195" v="507" actId="113"/>
          <ac:spMkLst>
            <pc:docMk/>
            <pc:sldMk cId="1604013440" sldId="338"/>
            <ac:spMk id="5" creationId="{0857D228-F71C-FDCE-BD0C-D5277B01DF4E}"/>
          </ac:spMkLst>
        </pc:spChg>
      </pc:sldChg>
      <pc:sldChg chg="addSp delSp modSp mod delAnim">
        <pc:chgData name="Arjun Srivastava" userId="40b11841702548c0" providerId="LiveId" clId="{7EE2D42E-32D0-4E86-9465-44C44DD6D6D2}" dt="2026-09-04T23:31:10.996" v="411" actId="1076"/>
        <pc:sldMkLst>
          <pc:docMk/>
          <pc:sldMk cId="1086225493" sldId="339"/>
        </pc:sldMkLst>
        <pc:spChg chg="add del mod">
          <ac:chgData name="Arjun Srivastava" userId="40b11841702548c0" providerId="LiveId" clId="{7EE2D42E-32D0-4E86-9465-44C44DD6D6D2}" dt="2026-09-04T23:07:31.764" v="221" actId="478"/>
          <ac:spMkLst>
            <pc:docMk/>
            <pc:sldMk cId="1086225493" sldId="339"/>
            <ac:spMk id="3" creationId="{1F75F0DE-EFC5-B498-37B2-84DBF72BC04E}"/>
          </ac:spMkLst>
        </pc:spChg>
        <pc:spChg chg="mod">
          <ac:chgData name="Arjun Srivastava" userId="40b11841702548c0" providerId="LiveId" clId="{7EE2D42E-32D0-4E86-9465-44C44DD6D6D2}" dt="2026-09-04T23:30:55.557" v="407" actId="1076"/>
          <ac:spMkLst>
            <pc:docMk/>
            <pc:sldMk cId="1086225493" sldId="339"/>
            <ac:spMk id="4" creationId="{AFE3A2AF-177E-45E6-A191-0F8523DB7FFA}"/>
          </ac:spMkLst>
        </pc:spChg>
        <pc:spChg chg="del">
          <ac:chgData name="Arjun Srivastava" userId="40b11841702548c0" providerId="LiveId" clId="{7EE2D42E-32D0-4E86-9465-44C44DD6D6D2}" dt="2026-09-04T23:07:28.229" v="220" actId="478"/>
          <ac:spMkLst>
            <pc:docMk/>
            <pc:sldMk cId="1086225493" sldId="339"/>
            <ac:spMk id="10" creationId="{B19D8AC7-3787-4ADB-9212-0808F015C2DD}"/>
          </ac:spMkLst>
        </pc:spChg>
        <pc:spChg chg="add mod">
          <ac:chgData name="Arjun Srivastava" userId="40b11841702548c0" providerId="LiveId" clId="{7EE2D42E-32D0-4E86-9465-44C44DD6D6D2}" dt="2026-09-04T23:30:58.812" v="408" actId="1076"/>
          <ac:spMkLst>
            <pc:docMk/>
            <pc:sldMk cId="1086225493" sldId="339"/>
            <ac:spMk id="11" creationId="{F5C52F25-D8BF-87CF-5766-838E3C70E19E}"/>
          </ac:spMkLst>
        </pc:spChg>
        <pc:spChg chg="add mod">
          <ac:chgData name="Arjun Srivastava" userId="40b11841702548c0" providerId="LiveId" clId="{7EE2D42E-32D0-4E86-9465-44C44DD6D6D2}" dt="2026-09-04T23:31:07.925" v="410" actId="1076"/>
          <ac:spMkLst>
            <pc:docMk/>
            <pc:sldMk cId="1086225493" sldId="339"/>
            <ac:spMk id="13" creationId="{7F9A91C6-35A8-0634-8519-EB059A7A035B}"/>
          </ac:spMkLst>
        </pc:spChg>
        <pc:picChg chg="add mod modCrop">
          <ac:chgData name="Arjun Srivastava" userId="40b11841702548c0" providerId="LiveId" clId="{7EE2D42E-32D0-4E86-9465-44C44DD6D6D2}" dt="2026-09-04T23:31:03.627" v="409" actId="1076"/>
          <ac:picMkLst>
            <pc:docMk/>
            <pc:sldMk cId="1086225493" sldId="339"/>
            <ac:picMk id="9" creationId="{5E319EB7-2E39-3B3B-356C-D3A0166AD9C3}"/>
          </ac:picMkLst>
        </pc:picChg>
        <pc:picChg chg="add mod">
          <ac:chgData name="Arjun Srivastava" userId="40b11841702548c0" providerId="LiveId" clId="{7EE2D42E-32D0-4E86-9465-44C44DD6D6D2}" dt="2026-09-04T23:31:10.996" v="411" actId="1076"/>
          <ac:picMkLst>
            <pc:docMk/>
            <pc:sldMk cId="1086225493" sldId="339"/>
            <ac:picMk id="12" creationId="{4C4743E1-5826-88D4-437F-80CE6BAA1995}"/>
          </ac:picMkLst>
        </pc:picChg>
      </pc:sldChg>
      <pc:sldChg chg="addSp delSp modSp mod delAnim">
        <pc:chgData name="Arjun Srivastava" userId="40b11841702548c0" providerId="LiveId" clId="{7EE2D42E-32D0-4E86-9465-44C44DD6D6D2}" dt="2026-09-04T23:30:41.339" v="406" actId="1076"/>
        <pc:sldMkLst>
          <pc:docMk/>
          <pc:sldMk cId="3849627828" sldId="340"/>
        </pc:sldMkLst>
        <pc:spChg chg="add del mod">
          <ac:chgData name="Arjun Srivastava" userId="40b11841702548c0" providerId="LiveId" clId="{7EE2D42E-32D0-4E86-9465-44C44DD6D6D2}" dt="2026-09-04T23:14:58.463" v="259" actId="478"/>
          <ac:spMkLst>
            <pc:docMk/>
            <pc:sldMk cId="3849627828" sldId="340"/>
            <ac:spMk id="3" creationId="{969F07A4-4139-234D-F558-78D27FFB28E9}"/>
          </ac:spMkLst>
        </pc:spChg>
        <pc:spChg chg="mod">
          <ac:chgData name="Arjun Srivastava" userId="40b11841702548c0" providerId="LiveId" clId="{7EE2D42E-32D0-4E86-9465-44C44DD6D6D2}" dt="2026-09-04T23:30:22.699" v="401" actId="1076"/>
          <ac:spMkLst>
            <pc:docMk/>
            <pc:sldMk cId="3849627828" sldId="340"/>
            <ac:spMk id="4" creationId="{6D5AF756-BADB-9E87-14AC-F87A8C7463BF}"/>
          </ac:spMkLst>
        </pc:spChg>
        <pc:spChg chg="add mod">
          <ac:chgData name="Arjun Srivastava" userId="40b11841702548c0" providerId="LiveId" clId="{7EE2D42E-32D0-4E86-9465-44C44DD6D6D2}" dt="2026-09-04T23:30:26.860" v="402" actId="1076"/>
          <ac:spMkLst>
            <pc:docMk/>
            <pc:sldMk cId="3849627828" sldId="340"/>
            <ac:spMk id="9" creationId="{873A606C-7C39-1563-F428-1A4B85014484}"/>
          </ac:spMkLst>
        </pc:spChg>
        <pc:spChg chg="del">
          <ac:chgData name="Arjun Srivastava" userId="40b11841702548c0" providerId="LiveId" clId="{7EE2D42E-32D0-4E86-9465-44C44DD6D6D2}" dt="2026-09-04T23:14:52.962" v="258" actId="478"/>
          <ac:spMkLst>
            <pc:docMk/>
            <pc:sldMk cId="3849627828" sldId="340"/>
            <ac:spMk id="10" creationId="{3A64DB11-806F-1A4C-E0D5-D745D29CED50}"/>
          </ac:spMkLst>
        </pc:spChg>
        <pc:spChg chg="add mod">
          <ac:chgData name="Arjun Srivastava" userId="40b11841702548c0" providerId="LiveId" clId="{7EE2D42E-32D0-4E86-9465-44C44DD6D6D2}" dt="2026-09-04T23:30:35.066" v="404" actId="1076"/>
          <ac:spMkLst>
            <pc:docMk/>
            <pc:sldMk cId="3849627828" sldId="340"/>
            <ac:spMk id="12" creationId="{CA76953D-1AC4-4D03-1DF4-7E13505462D6}"/>
          </ac:spMkLst>
        </pc:spChg>
        <pc:picChg chg="add mod">
          <ac:chgData name="Arjun Srivastava" userId="40b11841702548c0" providerId="LiveId" clId="{7EE2D42E-32D0-4E86-9465-44C44DD6D6D2}" dt="2026-09-04T23:30:30.790" v="403" actId="1076"/>
          <ac:picMkLst>
            <pc:docMk/>
            <pc:sldMk cId="3849627828" sldId="340"/>
            <ac:picMk id="6" creationId="{10109CFE-CADB-1643-7934-6C248A96967F}"/>
          </ac:picMkLst>
        </pc:picChg>
        <pc:picChg chg="add mod">
          <ac:chgData name="Arjun Srivastava" userId="40b11841702548c0" providerId="LiveId" clId="{7EE2D42E-32D0-4E86-9465-44C44DD6D6D2}" dt="2026-09-04T23:30:41.339" v="406" actId="1076"/>
          <ac:picMkLst>
            <pc:docMk/>
            <pc:sldMk cId="3849627828" sldId="340"/>
            <ac:picMk id="11" creationId="{E931CDFB-7520-FF8A-75CC-20DBFFAEFF7C}"/>
          </ac:picMkLst>
        </pc:picChg>
      </pc:sldChg>
      <pc:sldChg chg="addSp modSp mod">
        <pc:chgData name="Arjun Srivastava" userId="40b11841702548c0" providerId="LiveId" clId="{7EE2D42E-32D0-4E86-9465-44C44DD6D6D2}" dt="2026-09-04T23:37:56.198" v="462" actId="1076"/>
        <pc:sldMkLst>
          <pc:docMk/>
          <pc:sldMk cId="776828144" sldId="341"/>
        </pc:sldMkLst>
        <pc:spChg chg="add mod">
          <ac:chgData name="Arjun Srivastava" userId="40b11841702548c0" providerId="LiveId" clId="{7EE2D42E-32D0-4E86-9465-44C44DD6D6D2}" dt="2026-09-04T23:37:29.667" v="459" actId="2711"/>
          <ac:spMkLst>
            <pc:docMk/>
            <pc:sldMk cId="776828144" sldId="341"/>
            <ac:spMk id="2" creationId="{B8EDD6B4-148E-FA0E-52F1-732DB634322D}"/>
          </ac:spMkLst>
        </pc:spChg>
        <pc:spChg chg="mod">
          <ac:chgData name="Arjun Srivastava" userId="40b11841702548c0" providerId="LiveId" clId="{7EE2D42E-32D0-4E86-9465-44C44DD6D6D2}" dt="2026-09-04T23:37:56.198" v="462" actId="1076"/>
          <ac:spMkLst>
            <pc:docMk/>
            <pc:sldMk cId="776828144" sldId="341"/>
            <ac:spMk id="4" creationId="{9B097C2C-D75A-31D4-CD9F-366F39CDE51D}"/>
          </ac:spMkLst>
        </pc:spChg>
      </pc:sldChg>
      <pc:sldChg chg="addSp modSp mod">
        <pc:chgData name="Arjun Srivastava" userId="40b11841702548c0" providerId="LiveId" clId="{7EE2D42E-32D0-4E86-9465-44C44DD6D6D2}" dt="2026-09-04T23:44:35.563" v="505" actId="207"/>
        <pc:sldMkLst>
          <pc:docMk/>
          <pc:sldMk cId="3863610428" sldId="342"/>
        </pc:sldMkLst>
        <pc:spChg chg="add mod">
          <ac:chgData name="Arjun Srivastava" userId="40b11841702548c0" providerId="LiveId" clId="{7EE2D42E-32D0-4E86-9465-44C44DD6D6D2}" dt="2026-09-04T23:44:35.563" v="505" actId="207"/>
          <ac:spMkLst>
            <pc:docMk/>
            <pc:sldMk cId="3863610428" sldId="342"/>
            <ac:spMk id="2" creationId="{7CBE6C1A-7798-82B6-7DF2-AA91B2D651F6}"/>
          </ac:spMkLst>
        </pc:spChg>
      </pc:sldChg>
      <pc:sldChg chg="addSp modSp mod">
        <pc:chgData name="Arjun Srivastava" userId="40b11841702548c0" providerId="LiveId" clId="{7EE2D42E-32D0-4E86-9465-44C44DD6D6D2}" dt="2026-09-04T23:04:35.043" v="212" actId="14100"/>
        <pc:sldMkLst>
          <pc:docMk/>
          <pc:sldMk cId="3962802212" sldId="343"/>
        </pc:sldMkLst>
        <pc:picChg chg="add mod">
          <ac:chgData name="Arjun Srivastava" userId="40b11841702548c0" providerId="LiveId" clId="{7EE2D42E-32D0-4E86-9465-44C44DD6D6D2}" dt="2026-09-04T23:04:35.043" v="212" actId="14100"/>
          <ac:picMkLst>
            <pc:docMk/>
            <pc:sldMk cId="3962802212" sldId="343"/>
            <ac:picMk id="3" creationId="{BA918DB8-E1BE-5920-2002-D7518348F000}"/>
          </ac:picMkLst>
        </pc:picChg>
      </pc:sldChg>
      <pc:sldChg chg="addSp delSp modSp mod delAnim">
        <pc:chgData name="Arjun Srivastava" userId="40b11841702548c0" providerId="LiveId" clId="{7EE2D42E-32D0-4E86-9465-44C44DD6D6D2}" dt="2026-09-04T23:26:16.416" v="346" actId="1076"/>
        <pc:sldMkLst>
          <pc:docMk/>
          <pc:sldMk cId="1698901770" sldId="344"/>
        </pc:sldMkLst>
        <pc:spChg chg="add del mod">
          <ac:chgData name="Arjun Srivastava" userId="40b11841702548c0" providerId="LiveId" clId="{7EE2D42E-32D0-4E86-9465-44C44DD6D6D2}" dt="2026-09-04T23:06:59.019" v="215" actId="478"/>
          <ac:spMkLst>
            <pc:docMk/>
            <pc:sldMk cId="1698901770" sldId="344"/>
            <ac:spMk id="3" creationId="{E71AE99F-04E3-F753-9C0B-6BB029C05BC7}"/>
          </ac:spMkLst>
        </pc:spChg>
        <pc:spChg chg="mod">
          <ac:chgData name="Arjun Srivastava" userId="40b11841702548c0" providerId="LiveId" clId="{7EE2D42E-32D0-4E86-9465-44C44DD6D6D2}" dt="2026-09-04T23:24:27.662" v="324" actId="1076"/>
          <ac:spMkLst>
            <pc:docMk/>
            <pc:sldMk cId="1698901770" sldId="344"/>
            <ac:spMk id="4" creationId="{DFCD5524-F764-DC63-6F54-D48057CF17B7}"/>
          </ac:spMkLst>
        </pc:spChg>
        <pc:spChg chg="add del mod">
          <ac:chgData name="Arjun Srivastava" userId="40b11841702548c0" providerId="LiveId" clId="{7EE2D42E-32D0-4E86-9465-44C44DD6D6D2}" dt="2026-09-04T23:07:14.593" v="219" actId="478"/>
          <ac:spMkLst>
            <pc:docMk/>
            <pc:sldMk cId="1698901770" sldId="344"/>
            <ac:spMk id="6" creationId="{7707BB06-234D-8911-60CF-88537AD79BBB}"/>
          </ac:spMkLst>
        </pc:spChg>
        <pc:spChg chg="del">
          <ac:chgData name="Arjun Srivastava" userId="40b11841702548c0" providerId="LiveId" clId="{7EE2D42E-32D0-4E86-9465-44C44DD6D6D2}" dt="2026-09-04T23:07:04.001" v="216" actId="478"/>
          <ac:spMkLst>
            <pc:docMk/>
            <pc:sldMk cId="1698901770" sldId="344"/>
            <ac:spMk id="8" creationId="{B713140B-3822-90E0-F216-B77A695B86B5}"/>
          </ac:spMkLst>
        </pc:spChg>
        <pc:spChg chg="del">
          <ac:chgData name="Arjun Srivastava" userId="40b11841702548c0" providerId="LiveId" clId="{7EE2D42E-32D0-4E86-9465-44C44DD6D6D2}" dt="2026-09-04T23:06:54.824" v="214" actId="478"/>
          <ac:spMkLst>
            <pc:docMk/>
            <pc:sldMk cId="1698901770" sldId="344"/>
            <ac:spMk id="10" creationId="{B6E3B1C7-6A8B-23EE-6251-DC1067C6ADE9}"/>
          </ac:spMkLst>
        </pc:spChg>
        <pc:spChg chg="add mod">
          <ac:chgData name="Arjun Srivastava" userId="40b11841702548c0" providerId="LiveId" clId="{7EE2D42E-32D0-4E86-9465-44C44DD6D6D2}" dt="2026-09-04T23:24:34.808" v="325" actId="1076"/>
          <ac:spMkLst>
            <pc:docMk/>
            <pc:sldMk cId="1698901770" sldId="344"/>
            <ac:spMk id="13" creationId="{68919368-6D4C-B441-38AB-207C1702589C}"/>
          </ac:spMkLst>
        </pc:spChg>
        <pc:spChg chg="add mod">
          <ac:chgData name="Arjun Srivastava" userId="40b11841702548c0" providerId="LiveId" clId="{7EE2D42E-32D0-4E86-9465-44C44DD6D6D2}" dt="2026-09-04T23:26:16.416" v="346" actId="1076"/>
          <ac:spMkLst>
            <pc:docMk/>
            <pc:sldMk cId="1698901770" sldId="344"/>
            <ac:spMk id="15" creationId="{48E287D1-DAA5-CC7C-1D9F-F9B7F947FC37}"/>
          </ac:spMkLst>
        </pc:spChg>
        <pc:picChg chg="add del mod">
          <ac:chgData name="Arjun Srivastava" userId="40b11841702548c0" providerId="LiveId" clId="{7EE2D42E-32D0-4E86-9465-44C44DD6D6D2}" dt="2026-09-04T23:21:49.591" v="307" actId="478"/>
          <ac:picMkLst>
            <pc:docMk/>
            <pc:sldMk cId="1698901770" sldId="344"/>
            <ac:picMk id="9" creationId="{80A8EA53-E655-8BB8-D782-9B3144CC3229}"/>
          </ac:picMkLst>
        </pc:picChg>
        <pc:picChg chg="add mod">
          <ac:chgData name="Arjun Srivastava" userId="40b11841702548c0" providerId="LiveId" clId="{7EE2D42E-32D0-4E86-9465-44C44DD6D6D2}" dt="2026-09-04T23:24:39.116" v="326" actId="1076"/>
          <ac:picMkLst>
            <pc:docMk/>
            <pc:sldMk cId="1698901770" sldId="344"/>
            <ac:picMk id="11" creationId="{5A59CBD7-B1D7-279E-2234-AAABDE856E6E}"/>
          </ac:picMkLst>
        </pc:picChg>
        <pc:picChg chg="add mod">
          <ac:chgData name="Arjun Srivastava" userId="40b11841702548c0" providerId="LiveId" clId="{7EE2D42E-32D0-4E86-9465-44C44DD6D6D2}" dt="2026-09-04T23:25:01.759" v="327" actId="1076"/>
          <ac:picMkLst>
            <pc:docMk/>
            <pc:sldMk cId="1698901770" sldId="344"/>
            <ac:picMk id="14" creationId="{FF1722A5-BA95-D230-B2AD-311289ABBA0C}"/>
          </ac:picMkLst>
        </pc:picChg>
      </pc:sldChg>
      <pc:sldChg chg="addSp delSp modSp mod delAnim">
        <pc:chgData name="Arjun Srivastava" userId="40b11841702548c0" providerId="LiveId" clId="{7EE2D42E-32D0-4E86-9465-44C44DD6D6D2}" dt="2026-09-04T23:30:14.016" v="400" actId="1076"/>
        <pc:sldMkLst>
          <pc:docMk/>
          <pc:sldMk cId="1903979828" sldId="345"/>
        </pc:sldMkLst>
        <pc:spChg chg="add del mod">
          <ac:chgData name="Arjun Srivastava" userId="40b11841702548c0" providerId="LiveId" clId="{7EE2D42E-32D0-4E86-9465-44C44DD6D6D2}" dt="2026-09-04T23:26:26.818" v="348" actId="478"/>
          <ac:spMkLst>
            <pc:docMk/>
            <pc:sldMk cId="1903979828" sldId="345"/>
            <ac:spMk id="3" creationId="{FE0DA58F-19AB-AC70-F1C4-F87A39537F70}"/>
          </ac:spMkLst>
        </pc:spChg>
        <pc:spChg chg="mod">
          <ac:chgData name="Arjun Srivastava" userId="40b11841702548c0" providerId="LiveId" clId="{7EE2D42E-32D0-4E86-9465-44C44DD6D6D2}" dt="2026-09-04T23:26:43.486" v="349" actId="1076"/>
          <ac:spMkLst>
            <pc:docMk/>
            <pc:sldMk cId="1903979828" sldId="345"/>
            <ac:spMk id="4" creationId="{15FD49EE-0956-AAE3-737B-15F7D4267C1A}"/>
          </ac:spMkLst>
        </pc:spChg>
        <pc:spChg chg="del">
          <ac:chgData name="Arjun Srivastava" userId="40b11841702548c0" providerId="LiveId" clId="{7EE2D42E-32D0-4E86-9465-44C44DD6D6D2}" dt="2026-09-04T23:26:23.626" v="347" actId="478"/>
          <ac:spMkLst>
            <pc:docMk/>
            <pc:sldMk cId="1903979828" sldId="345"/>
            <ac:spMk id="10" creationId="{2B7B89A1-9444-8322-CADC-42D31D698FA8}"/>
          </ac:spMkLst>
        </pc:spChg>
        <pc:spChg chg="add mod">
          <ac:chgData name="Arjun Srivastava" userId="40b11841702548c0" providerId="LiveId" clId="{7EE2D42E-32D0-4E86-9465-44C44DD6D6D2}" dt="2026-09-04T23:29:55.429" v="389"/>
          <ac:spMkLst>
            <pc:docMk/>
            <pc:sldMk cId="1903979828" sldId="345"/>
            <ac:spMk id="11" creationId="{44A6C6ED-E6E1-8A33-6D75-3E1EAD4F395A}"/>
          </ac:spMkLst>
        </pc:spChg>
        <pc:spChg chg="add mod">
          <ac:chgData name="Arjun Srivastava" userId="40b11841702548c0" providerId="LiveId" clId="{7EE2D42E-32D0-4E86-9465-44C44DD6D6D2}" dt="2026-09-04T23:30:14.016" v="400" actId="1076"/>
          <ac:spMkLst>
            <pc:docMk/>
            <pc:sldMk cId="1903979828" sldId="345"/>
            <ac:spMk id="14" creationId="{FEA68440-3511-F0E0-5458-DDAF6FF6F57F}"/>
          </ac:spMkLst>
        </pc:spChg>
        <pc:picChg chg="add mod">
          <ac:chgData name="Arjun Srivastava" userId="40b11841702548c0" providerId="LiveId" clId="{7EE2D42E-32D0-4E86-9465-44C44DD6D6D2}" dt="2026-09-04T23:27:39.242" v="357" actId="14100"/>
          <ac:picMkLst>
            <pc:docMk/>
            <pc:sldMk cId="1903979828" sldId="345"/>
            <ac:picMk id="6" creationId="{9314D875-7AFF-2522-BFB4-978DBD076094}"/>
          </ac:picMkLst>
        </pc:picChg>
        <pc:picChg chg="add mod">
          <ac:chgData name="Arjun Srivastava" userId="40b11841702548c0" providerId="LiveId" clId="{7EE2D42E-32D0-4E86-9465-44C44DD6D6D2}" dt="2026-09-04T23:29:42.833" v="388" actId="14100"/>
          <ac:picMkLst>
            <pc:docMk/>
            <pc:sldMk cId="1903979828" sldId="345"/>
            <ac:picMk id="12" creationId="{B8BBFAA9-05F1-F1A3-40C9-53D4D5879268}"/>
          </ac:picMkLst>
        </pc:picChg>
      </pc:sldChg>
      <pc:sldChg chg="addSp delSp modSp mod delAnim">
        <pc:chgData name="Arjun Srivastava" userId="40b11841702548c0" providerId="LiveId" clId="{7EE2D42E-32D0-4E86-9465-44C44DD6D6D2}" dt="2026-09-04T23:35:34.740" v="450" actId="1076"/>
        <pc:sldMkLst>
          <pc:docMk/>
          <pc:sldMk cId="1421522261" sldId="346"/>
        </pc:sldMkLst>
        <pc:spChg chg="add del mod">
          <ac:chgData name="Arjun Srivastava" userId="40b11841702548c0" providerId="LiveId" clId="{7EE2D42E-32D0-4E86-9465-44C44DD6D6D2}" dt="2026-09-04T23:31:23.885" v="413" actId="478"/>
          <ac:spMkLst>
            <pc:docMk/>
            <pc:sldMk cId="1421522261" sldId="346"/>
            <ac:spMk id="3" creationId="{09A1008F-50F3-6D84-EA39-4AFB8D5AE697}"/>
          </ac:spMkLst>
        </pc:spChg>
        <pc:spChg chg="mod">
          <ac:chgData name="Arjun Srivastava" userId="40b11841702548c0" providerId="LiveId" clId="{7EE2D42E-32D0-4E86-9465-44C44DD6D6D2}" dt="2026-09-04T23:33:02.674" v="422" actId="1076"/>
          <ac:spMkLst>
            <pc:docMk/>
            <pc:sldMk cId="1421522261" sldId="346"/>
            <ac:spMk id="4" creationId="{99E35150-35BD-1B1F-9A8C-890DBFDF3B54}"/>
          </ac:spMkLst>
        </pc:spChg>
        <pc:spChg chg="del">
          <ac:chgData name="Arjun Srivastava" userId="40b11841702548c0" providerId="LiveId" clId="{7EE2D42E-32D0-4E86-9465-44C44DD6D6D2}" dt="2026-09-04T23:31:21.078" v="412" actId="478"/>
          <ac:spMkLst>
            <pc:docMk/>
            <pc:sldMk cId="1421522261" sldId="346"/>
            <ac:spMk id="10" creationId="{F85C769B-425A-FE3B-E47A-3B747985DC52}"/>
          </ac:spMkLst>
        </pc:spChg>
        <pc:spChg chg="add mod">
          <ac:chgData name="Arjun Srivastava" userId="40b11841702548c0" providerId="LiveId" clId="{7EE2D42E-32D0-4E86-9465-44C44DD6D6D2}" dt="2026-09-04T23:33:44.696" v="427" actId="115"/>
          <ac:spMkLst>
            <pc:docMk/>
            <pc:sldMk cId="1421522261" sldId="346"/>
            <ac:spMk id="11" creationId="{1291C387-30F3-CED5-BABF-AAD473FF0A76}"/>
          </ac:spMkLst>
        </pc:spChg>
        <pc:spChg chg="add mod">
          <ac:chgData name="Arjun Srivastava" userId="40b11841702548c0" providerId="LiveId" clId="{7EE2D42E-32D0-4E86-9465-44C44DD6D6D2}" dt="2026-09-04T23:35:34.740" v="450" actId="1076"/>
          <ac:spMkLst>
            <pc:docMk/>
            <pc:sldMk cId="1421522261" sldId="346"/>
            <ac:spMk id="13" creationId="{95C32C5B-227C-12F1-F9F0-23F9C229805A}"/>
          </ac:spMkLst>
        </pc:spChg>
        <pc:picChg chg="add mod">
          <ac:chgData name="Arjun Srivastava" userId="40b11841702548c0" providerId="LiveId" clId="{7EE2D42E-32D0-4E86-9465-44C44DD6D6D2}" dt="2026-09-04T23:33:56.912" v="428" actId="14100"/>
          <ac:picMkLst>
            <pc:docMk/>
            <pc:sldMk cId="1421522261" sldId="346"/>
            <ac:picMk id="6" creationId="{40EFC7F2-5F9B-D262-7BF6-E8B35CD77693}"/>
          </ac:picMkLst>
        </pc:picChg>
        <pc:picChg chg="add mod">
          <ac:chgData name="Arjun Srivastava" userId="40b11841702548c0" providerId="LiveId" clId="{7EE2D42E-32D0-4E86-9465-44C44DD6D6D2}" dt="2026-09-04T23:34:46.846" v="440" actId="1076"/>
          <ac:picMkLst>
            <pc:docMk/>
            <pc:sldMk cId="1421522261" sldId="346"/>
            <ac:picMk id="12" creationId="{383A7E32-4722-27CA-13D6-0D73E329DDB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9/5/2026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9/5/2026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amarjunsrivastava-collab/Seasonal-Agriculture-Performance-Analysis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5957" y="2998251"/>
            <a:ext cx="4082654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Name – Arjun Srivastava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4044"/>
            <a:ext cx="9613301" cy="743448"/>
          </a:xfrm>
        </p:spPr>
        <p:txBody>
          <a:bodyPr>
            <a:normAutofit fontScale="90000"/>
          </a:bodyPr>
          <a:lstStyle/>
          <a:p>
            <a:pPr algn="ctr"/>
            <a:r>
              <a:rPr lang="en-GB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 - </a:t>
            </a:r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Agriculture Performance Analysis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675957" y="4351913"/>
            <a:ext cx="6387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AICTE STU ID 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STU66145c622c94c1712610402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57D228-F71C-FDCE-BD0C-D5277B01DF4E}"/>
              </a:ext>
            </a:extLst>
          </p:cNvPr>
          <p:cNvSpPr txBox="1"/>
          <p:nvPr/>
        </p:nvSpPr>
        <p:spPr>
          <a:xfrm>
            <a:off x="675957" y="3675082"/>
            <a:ext cx="3685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Name – United University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8651" y="1625006"/>
            <a:ext cx="6431280" cy="3607987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activities are influenced by seasonal variations in environmental conditions, farming practices, resource availability and market conditions. As a result, agricultural performance may differ from one season to another.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raw agricultural data does not clearly explain how agricultural performance changes across seasons or what patterns can be observed in different seasonal conditions.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problem is to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given agricultural dataset and investigate seasonal differences in agricultural performance by identifying meaningful patterns, trends, relationships and variations within the available data</a:t>
            </a:r>
            <a:r>
              <a:rPr lang="en-IN" sz="2800" dirty="0"/>
              <a:t>.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2660" y="422658"/>
            <a:ext cx="5161903" cy="830997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Project Description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5F196B-687E-F1EE-1BDC-AD9724A02232}"/>
              </a:ext>
            </a:extLst>
          </p:cNvPr>
          <p:cNvSpPr txBox="1"/>
          <p:nvPr/>
        </p:nvSpPr>
        <p:spPr>
          <a:xfrm>
            <a:off x="1101012" y="1436915"/>
            <a:ext cx="474928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dataset containing 4,000 agricultural records and 28 features.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data cleaning and preprocessing.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and handled missing values.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Checked duplicate records and investigated outliers.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descriptive statistical analysis.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Conducted univariate, bivariate, and multivariate analysis.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correlations between important agricultural variables.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performance across Kharif, Rabi, and Zaid seasons.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insights related to crop yield, profitability, irrigation, and agricultural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87300" y="279919"/>
            <a:ext cx="5198339" cy="802641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7A78EF-006A-5B57-9D38-63132B90A5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2709" b="-1"/>
          <a:stretch>
            <a:fillRect/>
          </a:stretch>
        </p:blipFill>
        <p:spPr>
          <a:xfrm>
            <a:off x="262034" y="2341984"/>
            <a:ext cx="8453535" cy="407770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9465707-7D36-8CF4-A1C0-61369481B372}"/>
              </a:ext>
            </a:extLst>
          </p:cNvPr>
          <p:cNvCxnSpPr>
            <a:stCxn id="4" idx="2"/>
            <a:endCxn id="8" idx="0"/>
          </p:cNvCxnSpPr>
          <p:nvPr/>
        </p:nvCxnSpPr>
        <p:spPr>
          <a:xfrm>
            <a:off x="4486470" y="1082560"/>
            <a:ext cx="2332" cy="1259424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8523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DC32CD-ED23-E5B2-959A-5B68599FD0D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5034" b="22585"/>
          <a:stretch>
            <a:fillRect/>
          </a:stretch>
        </p:blipFill>
        <p:spPr>
          <a:xfrm>
            <a:off x="1569637" y="1670181"/>
            <a:ext cx="7964061" cy="4096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8291" y="160917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319EB7-2E39-3B3B-356C-D3A0166AD9C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31"/>
          <a:stretch>
            <a:fillRect/>
          </a:stretch>
        </p:blipFill>
        <p:spPr>
          <a:xfrm>
            <a:off x="777412" y="957437"/>
            <a:ext cx="5240062" cy="22168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5C52F25-D8BF-87CF-5766-838E3C70E19E}"/>
              </a:ext>
            </a:extLst>
          </p:cNvPr>
          <p:cNvSpPr txBox="1"/>
          <p:nvPr/>
        </p:nvSpPr>
        <p:spPr>
          <a:xfrm>
            <a:off x="393239" y="573000"/>
            <a:ext cx="3271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Before Handling: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4743E1-5826-88D4-437F-80CE6BAA19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433" y="3795529"/>
            <a:ext cx="5755715" cy="26763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F9A91C6-35A8-0634-8519-EB059A7A035B}"/>
              </a:ext>
            </a:extLst>
          </p:cNvPr>
          <p:cNvSpPr txBox="1"/>
          <p:nvPr/>
        </p:nvSpPr>
        <p:spPr>
          <a:xfrm>
            <a:off x="393239" y="3492219"/>
            <a:ext cx="1882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Distribution: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3692" y="163188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109CFE-CADB-1643-7934-6C248A969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035052"/>
            <a:ext cx="4773533" cy="242642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73A606C-7C39-1563-F428-1A4B85014484}"/>
              </a:ext>
            </a:extLst>
          </p:cNvPr>
          <p:cNvSpPr txBox="1"/>
          <p:nvPr/>
        </p:nvSpPr>
        <p:spPr>
          <a:xfrm>
            <a:off x="231294" y="578686"/>
            <a:ext cx="2789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Agricultural Yield Analysis: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31CDFB-7520-FF8A-75CC-20DBFFAEFF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841" y="3912547"/>
            <a:ext cx="4748359" cy="277030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A76953D-1AC4-4D03-1DF4-7E13505462D6}"/>
              </a:ext>
            </a:extLst>
          </p:cNvPr>
          <p:cNvSpPr txBox="1"/>
          <p:nvPr/>
        </p:nvSpPr>
        <p:spPr>
          <a:xfrm>
            <a:off x="320982" y="3502348"/>
            <a:ext cx="2388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Rainfall vs Crop Yield:</a:t>
            </a:r>
          </a:p>
        </p:txBody>
      </p:sp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2538" y="56697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59CBD7-B1D7-279E-2234-AAABDE856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983586"/>
            <a:ext cx="4508557" cy="302041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8919368-6D4C-B441-38AB-207C1702589C}"/>
              </a:ext>
            </a:extLst>
          </p:cNvPr>
          <p:cNvSpPr txBox="1"/>
          <p:nvPr/>
        </p:nvSpPr>
        <p:spPr>
          <a:xfrm>
            <a:off x="111967" y="662321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Yield by Season: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F1722A5-BA95-D230-B2AD-311289ABBA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957" y="4099896"/>
            <a:ext cx="4484517" cy="274049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8E287D1-DAA5-CC7C-1D9F-F9B7F947FC37}"/>
              </a:ext>
            </a:extLst>
          </p:cNvPr>
          <p:cNvSpPr txBox="1"/>
          <p:nvPr/>
        </p:nvSpPr>
        <p:spPr>
          <a:xfrm>
            <a:off x="215841" y="3867284"/>
            <a:ext cx="16782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Profit:</a:t>
            </a:r>
          </a:p>
        </p:txBody>
      </p:sp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5140" y="193307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14D875-7AFF-2522-BFB4-978DBD076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16" y="1145602"/>
            <a:ext cx="5605311" cy="246886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A6C6ED-E6E1-8A33-6D75-3E1EAD4F395A}"/>
              </a:ext>
            </a:extLst>
          </p:cNvPr>
          <p:cNvSpPr txBox="1"/>
          <p:nvPr/>
        </p:nvSpPr>
        <p:spPr>
          <a:xfrm>
            <a:off x="320982" y="711386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Profit by State: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BBFAA9-05F1-F1A3-40C9-53D4D5879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170" y="3938169"/>
            <a:ext cx="5911547" cy="26302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EA68440-3511-F0E0-5458-DDAF6FF6F57F}"/>
              </a:ext>
            </a:extLst>
          </p:cNvPr>
          <p:cNvSpPr txBox="1"/>
          <p:nvPr/>
        </p:nvSpPr>
        <p:spPr>
          <a:xfrm>
            <a:off x="354563" y="3624456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Profit by </a:t>
            </a: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</a:t>
            </a:r>
            <a:r>
              <a:rPr lang="en-IN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2190" y="7200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EFC7F2-5F9B-D262-7BF6-E8B35CD77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943" y="986982"/>
            <a:ext cx="5165583" cy="22722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291C387-30F3-CED5-BABF-AAD473FF0A76}"/>
              </a:ext>
            </a:extLst>
          </p:cNvPr>
          <p:cNvSpPr txBox="1"/>
          <p:nvPr/>
        </p:nvSpPr>
        <p:spPr>
          <a:xfrm>
            <a:off x="177281" y="533674"/>
            <a:ext cx="610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Water Efficiency by Irrigation Method: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83A7E32-4722-27CA-13D6-0D73E329DD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943" y="3639698"/>
            <a:ext cx="5781405" cy="314629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5C32C5B-227C-12F1-F9F0-23F9C229805A}"/>
              </a:ext>
            </a:extLst>
          </p:cNvPr>
          <p:cNvSpPr txBox="1"/>
          <p:nvPr/>
        </p:nvSpPr>
        <p:spPr>
          <a:xfrm>
            <a:off x="177281" y="3218302"/>
            <a:ext cx="5165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Heatmap of Agricultural Variables:</a:t>
            </a:r>
          </a:p>
        </p:txBody>
      </p:sp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1003" y="307521"/>
            <a:ext cx="3343561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EDD6B4-148E-FA0E-52F1-732DB634322D}"/>
              </a:ext>
            </a:extLst>
          </p:cNvPr>
          <p:cNvSpPr txBox="1"/>
          <p:nvPr/>
        </p:nvSpPr>
        <p:spPr>
          <a:xfrm>
            <a:off x="404327" y="1612311"/>
            <a:ext cx="569167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machine learning model to predict crop yield and profitability.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real-time weather data for more accurate agricultural analysis.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an interactive dashboard using Power BI or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satellite and geographical data for region-specific analysis.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crop recommendation systems based on soil, climate, and seasonal conditions.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time-series forecasting for future agricultural performance.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the analysis using larger and real-world agricultural datasets.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BE6C1A-7798-82B6-7DF2-AA91B2D651F6}"/>
              </a:ext>
            </a:extLst>
          </p:cNvPr>
          <p:cNvSpPr txBox="1"/>
          <p:nvPr/>
        </p:nvSpPr>
        <p:spPr>
          <a:xfrm>
            <a:off x="632094" y="1941449"/>
            <a:ext cx="60648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https://github.com/iamarjunsrivastava-collab/Seasonal-Agriculture-Performance-Analysis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918DB8-E1BE-5920-2002-D7518348F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441169"/>
            <a:ext cx="7133765" cy="502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16493" y="554394"/>
            <a:ext cx="11340000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9F9C92-989F-370C-AA3C-FAC2F69CC156}"/>
              </a:ext>
            </a:extLst>
          </p:cNvPr>
          <p:cNvSpPr txBox="1"/>
          <p:nvPr/>
        </p:nvSpPr>
        <p:spPr>
          <a:xfrm>
            <a:off x="1953565" y="2085022"/>
            <a:ext cx="6799885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1"/>
            <a:r>
              <a:rPr lang="en-IN" b="1" dirty="0"/>
              <a:t>Seasonal Agriculture Performance Analysis</a:t>
            </a:r>
          </a:p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Arjun Srivastava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AICTE Internship Student Registration ID : STU66145c622c94c1712610402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CSE (Data Science &amp; Analytics) — 7th Semester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629</TotalTime>
  <Words>388</Words>
  <Application>Microsoft Office PowerPoint</Application>
  <PresentationFormat>Widescreen</PresentationFormat>
  <Paragraphs>52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Project Title - Seasonal Agriculture Performance Analysis </vt:lpstr>
      <vt:lpstr>PROBLEM  STATEMENT</vt:lpstr>
      <vt:lpstr>Project Description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Arjun Srivastava</cp:lastModifiedBy>
  <cp:revision>97</cp:revision>
  <dcterms:created xsi:type="dcterms:W3CDTF">2021-07-11T13:13:15Z</dcterms:created>
  <dcterms:modified xsi:type="dcterms:W3CDTF">2026-09-04T23:45:35Z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